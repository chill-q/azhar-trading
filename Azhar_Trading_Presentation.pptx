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731520"/>
            <a:ext cx="3657600" cy="3657600"/>
          </a:xfrm>
          <a:prstGeom prst="ellipse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1645920"/>
            <a:ext cx="2286000" cy="2286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0" y="1371600"/>
            <a:ext cx="457200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D4AF37"/>
                </a:solidFill>
                <a:latin typeface="Calibri"/>
              </a:defRPr>
            </a:pPr>
            <a:r>
              <a:t>Дозволенный (Халяль) заработок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Инвестируйте этично,</a:t>
            </a:r>
            <a:br/>
            <a:r>
              <a:t>зарабатывайте от 30%</a:t>
            </a:r>
            <a:br/>
            <a:r>
              <a:t>годовых ХАЛЯЛЬНЫМ</a:t>
            </a:r>
            <a:br/>
            <a:r>
              <a:t>образом.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Бесплатный вебинар: как с нуля выйти на стабильный доход</a:t>
            </a:r>
            <a:br/>
            <a:r>
              <a:t>на фондовом рынке без рисков и харама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760720"/>
            <a:ext cx="3657600" cy="635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Записаться на вебинар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6309360"/>
            <a:ext cx="3200400" cy="406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5803D"/>
                </a:solidFill>
                <a:latin typeface="Calibri"/>
              </a:defRPr>
            </a:pPr>
            <a:r>
              <a:t>100% Халяль — Очищено от риба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6309360"/>
            <a:ext cx="2743200" cy="406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AE6FD"/>
                </a:solidFill>
                <a:latin typeface="Calibri"/>
              </a:defRPr>
            </a:pPr>
            <a:r>
              <a:t>Доступ к бирже NYSE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Calibri"/>
              </a:defRPr>
            </a:pPr>
            <a:r>
              <a:t>ЧТО ТАКОЕ ИНВЕСТИЦИИ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554480"/>
            <a:ext cx="27432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9418320" cy="18288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Calibri"/>
              </a:defRPr>
            </a:pPr>
            <a:r>
              <a:t>Инвестиции – покупка акций или облигаций крупных компаний,</a:t>
            </a:r>
            <a:br/>
            <a:r>
              <a:t>чтобы получить доход в будущем.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369A1"/>
                </a:solidFill>
                <a:latin typeface="Calibri"/>
              </a:defRPr>
            </a:pPr>
            <a:r>
              <a:t>КАК ЭТО РАБОТАЕТ?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846320"/>
            <a:ext cx="457200" cy="45720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8006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Вы не тратите деньги сейчас, а вкладываете в акции топовых</a:t>
            </a:r>
            <a:br/>
            <a:r>
              <a:t>американских компаний (Tesla, Google, Apple и т.д.)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5760720"/>
            <a:ext cx="457200" cy="45720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7150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Акции растут в цене и ваш капитал также растёт.</a:t>
            </a:r>
            <a:br/>
            <a:r>
              <a:t>Ещё получаете дивиденды.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Calibri"/>
              </a:defRPr>
            </a:pPr>
            <a:r>
              <a:t>ПРОСТЫМИ СЛОВАМИ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554480"/>
            <a:ext cx="27432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369A1"/>
                </a:solidFill>
                <a:latin typeface="Calibri"/>
              </a:defRPr>
            </a:pPr>
            <a:r>
              <a:t>У вас есть ВЫБОР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651760"/>
            <a:ext cx="94183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651760"/>
            <a:ext cx="9418320" cy="6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8503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F172A"/>
                </a:solidFill>
                <a:latin typeface="Calibri"/>
              </a:defRPr>
            </a:pPr>
            <a:r>
              <a:t>Съесть яблоко сейчас</a:t>
            </a:r>
            <a:br/>
            <a:br/>
            <a:r>
              <a:t>или</a:t>
            </a:r>
            <a:br/>
            <a:br/>
            <a:r>
              <a:t>посадить яблоню, чтобы через несколько лет</a:t>
            </a:r>
            <a:br/>
            <a:r>
              <a:t>вместо одного яблока, у вас было</a:t>
            </a:r>
            <a:br/>
            <a:r>
              <a:t>100 яблок каждый год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Calibri"/>
              </a:defRPr>
            </a:pPr>
            <a:r>
              <a:t>ЧТО ТАКОЕ ТРЕЙДИНГ?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554480"/>
            <a:ext cx="27432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4572000" cy="4114800"/>
          </a:xfrm>
          <a:prstGeom prst="roundRect">
            <a:avLst/>
          </a:prstGeom>
          <a:solidFill>
            <a:srgbClr val="1A4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23774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Трейдинг – это когда вы покупаете акции дешевле,</a:t>
            </a:r>
            <a:br/>
            <a:r>
              <a:t>а продаёте дороже.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3657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Пример: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402336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BFE"/>
                </a:solidFill>
                <a:latin typeface="Calibri"/>
              </a:defRPr>
            </a:pPr>
            <a:r>
              <a:t>Купил акцию Tesla по $200,</a:t>
            </a:r>
            <a:br/>
            <a:r>
              <a:t>продал через месяц по $230 —</a:t>
            </a:r>
            <a:br/>
            <a:r>
              <a:t>заработал $30.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43891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4389120" cy="63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4688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Calibri"/>
              </a:defRPr>
            </a:pPr>
            <a:r>
              <a:t>На курсе мы разбираем:</a:t>
            </a:r>
            <a:br/>
            <a:br/>
            <a:r>
              <a:t>• Как анализировать графики</a:t>
            </a:r>
            <a:br/>
            <a:r>
              <a:t>• Строить стратегии</a:t>
            </a:r>
            <a:br/>
            <a:r>
              <a:t>• И не терять капитал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Calibri"/>
              </a:defRPr>
            </a:pPr>
            <a:r>
              <a:t>Мифы про инвестиции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286000"/>
            <a:ext cx="301752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4572000"/>
            <a:ext cx="1828800" cy="18288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5486400"/>
            <a:ext cx="1097280" cy="1097280"/>
          </a:xfrm>
          <a:prstGeom prst="ellipse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457200"/>
            <a:ext cx="1371600" cy="1371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5029200"/>
            <a:ext cx="1828800" cy="18288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F4444"/>
                </a:solidFill>
                <a:latin typeface="Calibri"/>
              </a:defRPr>
            </a:pPr>
            <a:r>
              <a:t>Миф №1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F172A"/>
                </a:solidFill>
                <a:latin typeface="Calibri"/>
              </a:defRPr>
            </a:pPr>
            <a:r>
              <a:t>Инвестиции – это только для богатых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5803D"/>
                </a:solidFill>
                <a:latin typeface="Calibri"/>
              </a:defRPr>
            </a:pPr>
            <a:r>
              <a:t>Реальность: инвестировать можно с небольших сумм,</a:t>
            </a:r>
            <a:br/>
            <a:r>
              <a:t>сегодня многие начинают со $100–$200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274320"/>
            <a:ext cx="1371600" cy="1371600"/>
          </a:xfrm>
          <a:prstGeom prst="ellipse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5029200"/>
            <a:ext cx="1828800" cy="1828800"/>
          </a:xfrm>
          <a:prstGeom prst="ellipse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5943600"/>
            <a:ext cx="914400" cy="914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F4444"/>
                </a:solidFill>
                <a:latin typeface="Calibri"/>
              </a:defRPr>
            </a:pPr>
            <a:r>
              <a:t>Миф №2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F172A"/>
                </a:solidFill>
                <a:latin typeface="Calibri"/>
              </a:defRPr>
            </a:pPr>
            <a:r>
              <a:t>Нужно постоянно сидеть,</a:t>
            </a:r>
            <a:br/>
            <a:r>
              <a:t>считать и анализировать графики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5803D"/>
                </a:solidFill>
                <a:latin typeface="Calibri"/>
              </a:defRPr>
            </a:pPr>
            <a:r>
              <a:t>Реальность: под каждый образ жизни</a:t>
            </a:r>
            <a:br/>
            <a:r>
              <a:t>можно выбрать комфортную стратегию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274320"/>
            <a:ext cx="1097280" cy="1097280"/>
          </a:xfrm>
          <a:prstGeom prst="ellipse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5029200"/>
            <a:ext cx="1645920" cy="1645920"/>
          </a:xfrm>
          <a:prstGeom prst="ellipse">
            <a:avLst/>
          </a:prstGeom>
          <a:solidFill>
            <a:srgbClr val="D8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5943600"/>
            <a:ext cx="914400" cy="9144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48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Кейс: Максат, 32 года, врач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4114800" cy="2011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Точка 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Тратит всю зарплату на семью,</a:t>
            </a:r>
            <a:br/>
            <a:r>
              <a:t>нет накоплений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4114800" cy="2286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2976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369A1"/>
                </a:solidFill>
                <a:latin typeface="Calibri"/>
              </a:defRPr>
            </a:pPr>
            <a:r>
              <a:t>Точка Б: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66344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Откладывает с зарплаты по $50/мес</a:t>
            </a:r>
            <a:br/>
            <a:r>
              <a:t>и инвестирует в акции:</a:t>
            </a:r>
            <a:br/>
            <a:r>
              <a:t>NVDA, SPY, Microsoft и т.д.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828800"/>
            <a:ext cx="4846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828800"/>
            <a:ext cx="4846320" cy="381000"/>
          </a:xfrm>
          <a:prstGeom prst="rect">
            <a:avLst/>
          </a:prstGeom>
          <a:solidFill>
            <a:srgbClr val="075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874519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Переписка с учеником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4297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Calibri"/>
              </a:defRPr>
            </a:pPr>
            <a:r>
              <a:t>«Купил 6 акций за 125$»</a:t>
            </a:r>
            <a:br/>
            <a:br/>
            <a:r>
              <a:t>«Откладываю по 15–20 тыс</a:t>
            </a:r>
            <a:br/>
            <a:r>
              <a:t>с каждой зарплаты»</a:t>
            </a:r>
            <a:br/>
            <a:br/>
            <a:r>
              <a:t>«А также держу 100$</a:t>
            </a:r>
            <a:br/>
            <a:r>
              <a:t>на депозите»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Вы знали, что можно купить акции</a:t>
            </a:r>
            <a:br/>
            <a:r>
              <a:t>сразу 500 крупнейших компаний США?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FDBFE"/>
                </a:solidFill>
                <a:latin typeface="Calibri"/>
              </a:defRPr>
            </a:pPr>
            <a:r>
              <a:t>Есть фонды (ETF), внутри которого уже собран набор акций</a:t>
            </a:r>
            <a:br/>
            <a:r>
              <a:t>разных компаний. То есть вы покупаете не одну компанию,</a:t>
            </a:r>
            <a:br/>
            <a:r>
              <a:t>а сразу целый портфель.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114800"/>
            <a:ext cx="1645920" cy="548640"/>
          </a:xfrm>
          <a:prstGeom prst="round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Netflix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4114800"/>
            <a:ext cx="1645920" cy="548640"/>
          </a:xfrm>
          <a:prstGeom prst="round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Starbucks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4114800"/>
            <a:ext cx="1645920" cy="548640"/>
          </a:xfrm>
          <a:prstGeom prst="round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Google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4114800"/>
            <a:ext cx="1645920" cy="548640"/>
          </a:xfrm>
          <a:prstGeom prst="round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Amazon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4114800"/>
            <a:ext cx="1645920" cy="548640"/>
          </a:xfrm>
          <a:prstGeom prst="round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Tesla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846320"/>
            <a:ext cx="1645920" cy="548640"/>
          </a:xfrm>
          <a:prstGeom prst="round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4846320"/>
            <a:ext cx="1645920" cy="548640"/>
          </a:xfrm>
          <a:prstGeom prst="round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Visa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4846320"/>
            <a:ext cx="1645920" cy="548640"/>
          </a:xfrm>
          <a:prstGeom prst="round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Microsoft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4846320"/>
            <a:ext cx="1645920" cy="548640"/>
          </a:xfrm>
          <a:prstGeom prst="round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Nvidia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4846320"/>
            <a:ext cx="1645920" cy="548640"/>
          </a:xfrm>
          <a:prstGeom prst="roundRect">
            <a:avLst/>
          </a:prstGeom>
          <a:solidFill>
            <a:srgbClr val="1B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Карта рынка S&amp;P 500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2286000" cy="1371600"/>
          </a:xfrm>
          <a:prstGeom prst="round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MSFT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6EFC0"/>
                </a:solidFill>
                <a:latin typeface="Calibri"/>
              </a:defRPr>
            </a:pPr>
            <a:r>
              <a:t>+65.78%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645920"/>
            <a:ext cx="2286000" cy="1371600"/>
          </a:xfrm>
          <a:prstGeom prst="round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AAPL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6EFC0"/>
                </a:solidFill>
                <a:latin typeface="Calibri"/>
              </a:defRPr>
            </a:pPr>
            <a:r>
              <a:t>+106.68%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645920"/>
            <a:ext cx="2286000" cy="1371600"/>
          </a:xfrm>
          <a:prstGeom prst="round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NVDA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6EFC0"/>
                </a:solidFill>
                <a:latin typeface="Calibri"/>
              </a:defRPr>
            </a:pPr>
            <a:r>
              <a:t>+1244.41%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59" y="1645920"/>
            <a:ext cx="2286000" cy="1371600"/>
          </a:xfrm>
          <a:prstGeom prst="round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39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GOOGL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39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6EFC0"/>
                </a:solidFill>
                <a:latin typeface="Calibri"/>
              </a:defRPr>
            </a:pPr>
            <a:r>
              <a:t>+197.00%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291840"/>
            <a:ext cx="2286000" cy="1371600"/>
          </a:xfrm>
          <a:prstGeom prst="round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474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TSLA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31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6EFC0"/>
                </a:solidFill>
                <a:latin typeface="Calibri"/>
              </a:defRPr>
            </a:pPr>
            <a:r>
              <a:t>+42.30%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3291840"/>
            <a:ext cx="2286000" cy="1371600"/>
          </a:xfrm>
          <a:prstGeom prst="round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3474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931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6EFC0"/>
                </a:solidFill>
                <a:latin typeface="Calibri"/>
              </a:defRPr>
            </a:pPr>
            <a:r>
              <a:t>+88.50%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291840"/>
            <a:ext cx="2286000" cy="1371600"/>
          </a:xfrm>
          <a:prstGeom prst="round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474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AMZN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931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6EFC0"/>
                </a:solidFill>
                <a:latin typeface="Calibri"/>
              </a:defRPr>
            </a:pPr>
            <a:r>
              <a:t>+55.20%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59" y="3291840"/>
            <a:ext cx="2286000" cy="1371600"/>
          </a:xfrm>
          <a:prstGeom prst="round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39" y="3474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JPM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39" y="3931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6EFC0"/>
                </a:solidFill>
                <a:latin typeface="Calibri"/>
              </a:defRPr>
            </a:pPr>
            <a:r>
              <a:t>+28.10%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4937760"/>
            <a:ext cx="2286000" cy="1371600"/>
          </a:xfrm>
          <a:prstGeom prst="round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5120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577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6EFC0"/>
                </a:solidFill>
                <a:latin typeface="Calibri"/>
              </a:defRPr>
            </a:pPr>
            <a:r>
              <a:t>+35.60%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1920" y="4937760"/>
            <a:ext cx="2286000" cy="1371600"/>
          </a:xfrm>
          <a:prstGeom prst="round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5120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JNJ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577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EA3A3"/>
                </a:solidFill>
                <a:latin typeface="Calibri"/>
              </a:defRPr>
            </a:pPr>
            <a:r>
              <a:t>-5.20%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4937760"/>
            <a:ext cx="2286000" cy="1371600"/>
          </a:xfrm>
          <a:prstGeom prst="roundRect">
            <a:avLst/>
          </a:prstGeom>
          <a:solidFill>
            <a:srgbClr val="1A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5120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WMT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577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6EFC0"/>
                </a:solidFill>
                <a:latin typeface="Calibri"/>
              </a:defRPr>
            </a:pPr>
            <a:r>
              <a:t>+12.40%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59" y="4937760"/>
            <a:ext cx="2286000" cy="1371600"/>
          </a:xfrm>
          <a:prstGeom prst="round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39" y="5120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XOM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39" y="5577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EA3A3"/>
                </a:solidFill>
                <a:latin typeface="Calibri"/>
              </a:defRPr>
            </a:pPr>
            <a:r>
              <a:t>-8.30%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Источник: finviz.com — тепловая карта показывает рост крупнейших компаний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Доверьте обучение профессионалу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5029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Calibri"/>
              </a:defRPr>
            </a:pPr>
            <a:r>
              <a:t>Ажар Ергожина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369A1"/>
                </a:solidFill>
                <a:latin typeface="Calibri"/>
              </a:defRPr>
            </a:pPr>
            <a:r>
              <a:t>Халяль-инвестор и наставник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2468880"/>
            <a:ext cx="18288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34 года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стажа в бизнесе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1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Университет «Нур-Мубарак»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931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Красный диплом в 63 года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480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Аттестованный Устаз ДУМК РК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800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с 2025 года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5349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Изучение финансов Шариата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669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2 года глубокого погружения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371600"/>
            <a:ext cx="4114800" cy="32004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1371600"/>
            <a:ext cx="41148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73736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Моя миссия — быть полезной умме и обществу. Сегодня 90% рынка инвестирует в харамные инструменты. Моя задача: уберечь вас от харама и научить зарабатывать дозволенным путем.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4846320"/>
            <a:ext cx="4114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50292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Удобный формат для всех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53949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Обучение в группах онлайн и офлайн</a:t>
            </a:r>
            <a:br/>
            <a:r>
              <a:t>Язык: казахский и русский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Программа обучения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097280"/>
            <a:ext cx="22860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Calibri"/>
              </a:defRPr>
            </a:pPr>
            <a:r>
              <a:t>Длительность: 2 недели  |  Сопровождение: 3 месяца с кураторами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4754880" cy="2103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2377440"/>
            <a:ext cx="457200" cy="45720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31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F37"/>
                </a:solidFill>
                <a:latin typeface="Calibri"/>
              </a:defRPr>
            </a:pPr>
            <a:r>
              <a:t>Модуль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Основы трейдинга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Открытие брокерского счёта</a:t>
            </a:r>
            <a:br/>
            <a:r>
              <a:t>Терминология и базовые понятия</a:t>
            </a:r>
            <a:br/>
            <a:r>
              <a:t>Работа с торговой платформой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4754880" cy="2103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2377440"/>
            <a:ext cx="457200" cy="45720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331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F37"/>
                </a:solidFill>
                <a:latin typeface="Calibri"/>
              </a:defRPr>
            </a:pPr>
            <a:r>
              <a:t>Модуль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Структура рынка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004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Понимание трендов и циклов</a:t>
            </a:r>
            <a:br/>
            <a:r>
              <a:t>Уровни поддержки и сопротивления</a:t>
            </a:r>
            <a:br/>
            <a:r>
              <a:t>Технический анализ графиков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480560"/>
            <a:ext cx="4754880" cy="2103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4754880"/>
            <a:ext cx="457200" cy="45720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709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F37"/>
                </a:solidFill>
                <a:latin typeface="Calibri"/>
              </a:defRPr>
            </a:pPr>
            <a:r>
              <a:t>Модуль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206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Халяль инвестиции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5778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Правила отбора халяль-акций</a:t>
            </a:r>
            <a:br/>
            <a:r>
              <a:t>Избегание сомнительных сделок</a:t>
            </a:r>
            <a:br/>
            <a:r>
              <a:t>Фундаментальный анализ отчётности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480560"/>
            <a:ext cx="4754880" cy="2103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0" y="4754880"/>
            <a:ext cx="457200" cy="45720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709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4AF37"/>
                </a:solidFill>
                <a:latin typeface="Calibri"/>
              </a:defRPr>
            </a:pPr>
            <a:r>
              <a:t>Модуль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1206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Практика и психология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5778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Точечные входы на реальном рынке</a:t>
            </a:r>
            <a:br/>
            <a:r>
              <a:t>Риск-менеджмент и мани-менеджмент</a:t>
            </a:r>
            <a:br/>
            <a:r>
              <a:t>Психология успешного трейдера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Calibri"/>
              </a:defRPr>
            </a:pPr>
            <a:r>
              <a:t>Что вы получите: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18288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1645920"/>
            <a:ext cx="548640" cy="548640"/>
          </a:xfrm>
          <a:prstGeom prst="ellipse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369A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600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Открытие правильных счетов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0116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Регистрация у надёжных брокеров</a:t>
            </a:r>
            <a:br/>
            <a:r>
              <a:t>без скрытых комиссий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2880360"/>
            <a:ext cx="548640" cy="548640"/>
          </a:xfrm>
          <a:prstGeom prst="ellipse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369A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Бесплатные разборы рынка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2461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Ежедневная аналитика и поиск</a:t>
            </a:r>
            <a:br/>
            <a:r>
              <a:t>халяльных точек входа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4114800"/>
            <a:ext cx="548640" cy="548640"/>
          </a:xfrm>
          <a:prstGeom prst="ellipse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369A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069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Анализ графиков NYSE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480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Работа с крупнейшей биржей мира</a:t>
            </a:r>
            <a:br/>
            <a:r>
              <a:t>и отбор дозволенных компаний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5349240"/>
            <a:ext cx="548640" cy="548640"/>
          </a:xfrm>
          <a:prstGeom prst="ellipse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369A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Занижение рисков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7150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Проверенные стратегии для сохранения</a:t>
            </a:r>
            <a:br/>
            <a:r>
              <a:t>и приумножения депозита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371600"/>
            <a:ext cx="4114800" cy="47548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Бонусы: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2194560"/>
            <a:ext cx="13716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56032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FDBFE"/>
                </a:solidFill>
                <a:latin typeface="Calibri"/>
              </a:defRPr>
            </a:pPr>
            <a:r>
              <a:t>Доступ навсегда — все материалы</a:t>
            </a:r>
            <a:br/>
            <a:r>
              <a:t>и уроки остаются с вами бессрочно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2062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FDBFE"/>
                </a:solidFill>
                <a:latin typeface="Calibri"/>
              </a:defRPr>
            </a:pPr>
            <a:r>
              <a:t>Закрытый чат — мощное комьюнити</a:t>
            </a:r>
            <a:br/>
            <a:r>
              <a:t>единомышленников и поддержка</a:t>
            </a:r>
            <a:br/>
            <a:r>
              <a:t>кураторов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172A"/>
                </a:solidFill>
                <a:latin typeface="Calibri"/>
              </a:defRPr>
            </a:pPr>
            <a:r>
              <a:t>Отзывы учеников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188720"/>
            <a:ext cx="22860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9966960" cy="21031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Calibri"/>
              </a:defRPr>
            </a:pPr>
            <a:r>
              <a:t>Кейс ученицы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Акнур Ханым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С нуля до системного инвестора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Результат портфеля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803D"/>
                </a:solidFill>
                <a:latin typeface="Calibri"/>
              </a:defRPr>
            </a:pPr>
            <a:r>
              <a:t>+145%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«Я никогда не держала в руках акций и боялась слова "биржа". Но алгоритмы Устазы по отбору халяльных акций дали мне уверенность. Я собрала правильный портфель, и сейчас мой пассивный доход покрывает часть расходов семьи!»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023360"/>
            <a:ext cx="31089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57200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"МашаАллах, очень доступное объяснение! Научилась отбирать дозволенные акции и сделала первые +15% к депозиту."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943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Айгерим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17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Мама в декрете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023360"/>
            <a:ext cx="31089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57200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"Искал именно исламские финансы. Был приятно удивлён глубиной знаний устазы. Рекомендую всем братьям!"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943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Данияр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6217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Предприниматель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4023360"/>
            <a:ext cx="31089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9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F37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457200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"Никогда не думала, что трейдинг может быть таким понятным. Закрытый чат — кладезь информации."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5943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Мадина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9" y="6217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Госслужащая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572000"/>
            <a:ext cx="2743200" cy="2743200"/>
          </a:xfrm>
          <a:prstGeom prst="ellipse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"/>
            <a:ext cx="2743200" cy="27432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1097280"/>
            <a:ext cx="228600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13716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Обучение</a:t>
            </a:r>
            <a:br/>
            <a:r>
              <a:t>с нуля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2860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Понятная база</a:t>
            </a:r>
            <a:br/>
            <a:r>
              <a:t>без сложных терминов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097280"/>
            <a:ext cx="228600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13716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Бесплатный</a:t>
            </a:r>
            <a:br/>
            <a:r>
              <a:t>вебинар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2860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Первый шаг</a:t>
            </a:r>
            <a:br/>
            <a:r>
              <a:t>абсолютно бесплатен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228600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3716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Закрытый</a:t>
            </a:r>
            <a:br/>
            <a:r>
              <a:t>клуб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Аналитика и сигналы</a:t>
            </a:r>
            <a:br/>
            <a:r>
              <a:t>для учеников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404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Займите место на вебинаре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75488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Количество мест ограничено. Успейте зарегистрироваться!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5486400"/>
            <a:ext cx="3931920" cy="6985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Зарегистрироваться сейчас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6217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Более 150 человек уже в списке ожидания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Azhar Trading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286000"/>
            <a:ext cx="228600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265176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F37"/>
                </a:solidFill>
                <a:latin typeface="Calibri"/>
              </a:defRPr>
            </a:pPr>
            <a:r>
              <a:t>Халяль инвестиции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474720"/>
            <a:ext cx="57607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3657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Контакты: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E87E"/>
                </a:solidFill>
                <a:latin typeface="Calibri"/>
              </a:defRPr>
            </a:pPr>
            <a:r>
              <a:t>WhatsApp: +7 777 400 1518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572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A5FA"/>
                </a:solidFill>
                <a:latin typeface="Calibri"/>
              </a:defRPr>
            </a:pPr>
            <a:r>
              <a:t>Telegram: @ustazatrading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120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Сайт: azhar-trading.com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1264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Инвестиции на фондовом рынке сопряжены с риском.</a:t>
            </a:r>
            <a:br/>
            <a:r>
              <a:t>Данная информация не является индивидуальной инвестиционной рекомендацией.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